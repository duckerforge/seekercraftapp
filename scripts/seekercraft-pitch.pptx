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_12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3931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31920"/>
            <a:ext cx="12188952" cy="2926080"/>
          </a:xfrm>
          <a:prstGeom prst="rect">
            <a:avLst/>
          </a:prstGeom>
          <a:solidFill>
            <a:srgbClr val="0D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121889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ew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1691640" cy="16408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1720" y="4005072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DejaVu Sans"/>
              </a:rPr>
              <a:t>SEEKERCRAFT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486460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D700"/>
                </a:solidFill>
                <a:latin typeface="DejaVu Sans"/>
              </a:rPr>
              <a:t>Shoot. Build. Conquer.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539496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FF"/>
                </a:solidFill>
                <a:latin typeface="DejaVu Sans"/>
              </a:rPr>
              <a:t>A Peggle-style physics game built natively for Solana Mobile</a:t>
            </a:r>
          </a:p>
          <a:p>
            <a:pPr algn="l"/>
            <a:r>
              <a:rPr sz="1600" b="0" i="0">
                <a:solidFill>
                  <a:srgbClr val="CCCCFF"/>
                </a:solidFill>
                <a:latin typeface="DejaVu Sans"/>
              </a:rPr>
              <a:t>with full SKR token integration &amp; on-chain payments.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37959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FF"/>
                </a:solidFill>
                <a:latin typeface="DejaVu Sans"/>
              </a:rPr>
              <a:t>Solana Mobile  |  Expo / React Native  |  Firebase Realtime DB  |  SKR Token  |  60fps Worklet Physics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DejaVu San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Mobile gaming on Solana is missing something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5715000" cy="237744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64008" cy="2377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6600"/>
                </a:solidFill>
                <a:latin typeface="DejaVu Sans"/>
              </a:rPr>
              <a:t>Games are built for devs, not players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92024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Most crypto games funnel rewards back to the dev.</a:t>
            </a:r>
          </a:p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The community that plays and creates sees little benefit.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715000" cy="237744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64008" cy="23774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075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7B2FFF"/>
                </a:solidFill>
                <a:latin typeface="DejaVu Sans"/>
              </a:rPr>
              <a:t>No tools for community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2024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Mobile crypto gaming has no real way for players</a:t>
            </a:r>
          </a:p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to create, share, and monetize their own levels.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749039"/>
            <a:ext cx="5715000" cy="237744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3749039"/>
            <a:ext cx="64008" cy="23774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913631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E90FF"/>
                </a:solidFill>
                <a:latin typeface="DejaVu Sans"/>
              </a:rPr>
              <a:t>No real player-to-player competition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4526279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No ranked duels, no shared challenges, no social layer.</a:t>
            </a:r>
          </a:p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Players exist in isolation with nothing to compete for.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49039"/>
            <a:ext cx="5715000" cy="237744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49039"/>
            <a:ext cx="64008" cy="2377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913631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700"/>
                </a:solidFill>
                <a:latin typeface="DejaVu Sans"/>
              </a:rPr>
              <a:t>SKR token has no gaming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526279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No fun, casual way to use SKR on Seeker.</a:t>
            </a:r>
          </a:p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Token utility stays theoretical rather than playful.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DejaVu San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SeekerCraft: every interaction is Solana-native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97280"/>
            <a:ext cx="2254910" cy="553212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97280"/>
            <a:ext cx="2254910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g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5" y="1371600"/>
            <a:ext cx="640080" cy="960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" y="2880360"/>
            <a:ext cx="22549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90FF"/>
                </a:solidFill>
                <a:latin typeface="DejaVu Sans"/>
              </a:rPr>
              <a:t>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3520439"/>
            <a:ext cx="207203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FF"/>
                </a:solidFill>
                <a:latin typeface="DejaVu Sans"/>
              </a:rPr>
              <a:t>Addictive Peggle-style</a:t>
            </a:r>
          </a:p>
          <a:p>
            <a:pPr algn="ctr"/>
            <a:r>
              <a:rPr sz="1300" b="0" i="0">
                <a:solidFill>
                  <a:srgbClr val="CCCCFF"/>
                </a:solidFill>
                <a:latin typeface="DejaVu Sans"/>
              </a:rPr>
              <a:t>ball physics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9230" y="1097280"/>
            <a:ext cx="2254910" cy="553212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29230" y="1097280"/>
            <a:ext cx="2254910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u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645" y="1371600"/>
            <a:ext cx="640080" cy="9509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29230" y="2880360"/>
            <a:ext cx="22549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B2FFF"/>
                </a:solidFill>
                <a:latin typeface="DejaVu Sans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0670" y="3520439"/>
            <a:ext cx="207203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FF"/>
                </a:solidFill>
                <a:latin typeface="DejaVu Sans"/>
              </a:rPr>
              <a:t>Create &amp; publish levels</a:t>
            </a:r>
          </a:p>
          <a:p>
            <a:pPr algn="ctr"/>
            <a:r>
              <a:rPr sz="1300" b="0" i="0">
                <a:solidFill>
                  <a:srgbClr val="CCCCFF"/>
                </a:solidFill>
                <a:latin typeface="DejaVu Sans"/>
              </a:rPr>
              <a:t>for the community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67020" y="1097280"/>
            <a:ext cx="2254910" cy="553212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67020" y="1097280"/>
            <a:ext cx="2254910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u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436" y="1371600"/>
            <a:ext cx="640080" cy="640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67020" y="2880360"/>
            <a:ext cx="22549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600"/>
                </a:solidFill>
                <a:latin typeface="DejaVu Sans"/>
              </a:rPr>
              <a:t>COMPETE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8460" y="3520439"/>
            <a:ext cx="207203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FF"/>
                </a:solidFill>
                <a:latin typeface="DejaVu Sans"/>
              </a:rPr>
              <a:t>PvP duels with</a:t>
            </a:r>
          </a:p>
          <a:p>
            <a:pPr algn="ctr"/>
            <a:r>
              <a:rPr sz="1300" b="0" i="0">
                <a:solidFill>
                  <a:srgbClr val="CCCCFF"/>
                </a:solidFill>
                <a:latin typeface="DejaVu Sans"/>
              </a:rPr>
              <a:t>on-chain score submission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4811" y="1097280"/>
            <a:ext cx="2254910" cy="553212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4811" y="1097280"/>
            <a:ext cx="225491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op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2226" y="1371600"/>
            <a:ext cx="640080" cy="6216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04811" y="2880360"/>
            <a:ext cx="22549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DejaVu Sans"/>
              </a:rPr>
              <a:t>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6251" y="3520439"/>
            <a:ext cx="207203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FF"/>
                </a:solidFill>
                <a:latin typeface="DejaVu Sans"/>
              </a:rPr>
              <a:t>160+ achievements</a:t>
            </a:r>
          </a:p>
          <a:p>
            <a:pPr algn="ctr"/>
            <a:r>
              <a:rPr sz="1300" b="0" i="0">
                <a:solidFill>
                  <a:srgbClr val="CCCCFF"/>
                </a:solidFill>
                <a:latin typeface="DejaVu Sans"/>
              </a:rPr>
              <a:t>with on-chain unlocks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2601" y="1097280"/>
            <a:ext cx="2254910" cy="553212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42601" y="1097280"/>
            <a:ext cx="2254910" cy="6400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eg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016" y="1371600"/>
            <a:ext cx="640080" cy="960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42601" y="2880360"/>
            <a:ext cx="22549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88"/>
                </a:solidFill>
                <a:latin typeface="DejaVu Sans"/>
              </a:rPr>
              <a:t>TIP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4041" y="3520439"/>
            <a:ext cx="207203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FF"/>
                </a:solidFill>
                <a:latin typeface="DejaVu Sans"/>
              </a:rPr>
              <a:t>Reward creators</a:t>
            </a:r>
          </a:p>
          <a:p>
            <a:pPr algn="ctr"/>
            <a:r>
              <a:rPr sz="1300" b="0" i="0">
                <a:solidFill>
                  <a:srgbClr val="CCCCFF"/>
                </a:solidFill>
                <a:latin typeface="DejaVu Sans"/>
              </a:rPr>
              <a:t>with SKR tokens (90%)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DejaVu San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Simple to pick up, deep to master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3730752" cy="242316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48640" cy="5486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143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16152"/>
            <a:ext cx="2953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Connect Wallet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892807"/>
            <a:ext cx="34564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Tap to connect your Solana wallet</a:t>
            </a:r>
          </a:p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via Mobile Wallet Adapter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3730752" cy="242316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143000"/>
            <a:ext cx="548640" cy="5486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143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7" y="1216152"/>
            <a:ext cx="2953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Aim &amp; Shoot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1" y="1892807"/>
            <a:ext cx="34564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Drag to aim, release to fire</a:t>
            </a:r>
          </a:p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your ball into the peg 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143000"/>
            <a:ext cx="3730752" cy="242316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143000"/>
            <a:ext cx="548640" cy="5486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143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8" y="1216152"/>
            <a:ext cx="2953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Hit Gold Pegs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1892807"/>
            <a:ext cx="34564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Clear all golden SKR pegs</a:t>
            </a:r>
          </a:p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to win the level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840480"/>
            <a:ext cx="3730752" cy="242316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840480"/>
            <a:ext cx="548640" cy="5486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3840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913632"/>
            <a:ext cx="2953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Use Power-Ups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" y="4590288"/>
            <a:ext cx="34564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Multiball, Fireball, Slow Bucket,</a:t>
            </a:r>
          </a:p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Long Shot, Vortex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840480"/>
            <a:ext cx="3730752" cy="242316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840480"/>
            <a:ext cx="548640" cy="5486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3840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7" y="3913632"/>
            <a:ext cx="2953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Epic Slow-Mo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1" y="4590288"/>
            <a:ext cx="34564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Cinematic zoom on the last</a:t>
            </a:r>
          </a:p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SKR peg, Peggle 2 style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840480"/>
            <a:ext cx="3730752" cy="242316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840480"/>
            <a:ext cx="548640" cy="54864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3840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DejaVu San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42248" y="3913632"/>
            <a:ext cx="2953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DejaVu Sans"/>
              </a:rPr>
              <a:t>Score &amp; Rank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1" y="4590288"/>
            <a:ext cx="34564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Build combos up to 10x,</a:t>
            </a:r>
          </a:p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climb the global leaderboard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DejaVu Sans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5806440" cy="2487168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64008" cy="248716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u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98448"/>
            <a:ext cx="457200" cy="6792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0432" y="1280160"/>
            <a:ext cx="4690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B2FFF"/>
                </a:solidFill>
                <a:latin typeface="DejaVu Sans"/>
              </a:rPr>
              <a:t>LEVEL EDITOR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847088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12x16 grid with 7 unique peg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267712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Curves, vortexes, teleporters, moving walls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688336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10 SKR upload fee to reduce spam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108960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Cloud sync: edit offline, publish anytime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097280"/>
            <a:ext cx="5806440" cy="2487168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097280"/>
            <a:ext cx="64008" cy="248716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298448"/>
            <a:ext cx="457200" cy="4506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51192" y="1280160"/>
            <a:ext cx="4690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90FF"/>
                </a:solidFill>
                <a:latin typeface="DejaVu Sans"/>
              </a:rPr>
              <a:t>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1847088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Browse &amp; play other players' levels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2267712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Rate levels 1-5 stars with live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688336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Global leaderboard (all-time + weekly)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3108960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Real-time activity &amp; donation feed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822191"/>
            <a:ext cx="5806440" cy="2487168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3822191"/>
            <a:ext cx="64008" cy="248716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u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023359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0432" y="4005072"/>
            <a:ext cx="4690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600"/>
                </a:solidFill>
                <a:latin typeface="DejaVu Sans"/>
              </a:rPr>
              <a:t>PVP DUELS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572000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Challenge any player on the leaderboard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992624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Both play same level, highest score wins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413248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On-chain score submission via Firebase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5833872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Win/Draw/Loss record tracked per player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822191"/>
            <a:ext cx="5806440" cy="2487168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822191"/>
            <a:ext cx="64008" cy="2487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op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4023359"/>
            <a:ext cx="457200" cy="4440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251192" y="4005072"/>
            <a:ext cx="4690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DejaVu Sans"/>
              </a:rPr>
              <a:t>160+ ACHIEVEMENTS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4572000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7 categories: Player, Score, Creator, Duel...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1192" y="4992624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On-chain unlock for 0.50 SOL (permanent)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1192" y="5413248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Rarity tiers: Common, Rare, Epic, Legendary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1192" y="5833872"/>
            <a:ext cx="4690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FF"/>
                </a:solidFill>
                <a:latin typeface="DejaVu Sans"/>
              </a:rPr>
              <a:t>• Donation &amp; Social milestones included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DejaVu Sans"/>
              </a:rPr>
              <a:t>SKR TOKEN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SeekerCraft deeply integrates the SKR (Seeker) token</a:t>
            </a:r>
          </a:p>
        </p:txBody>
      </p:sp>
      <p:pic>
        <p:nvPicPr>
          <p:cNvPr id="6" name="Picture 5" descr="peg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24128"/>
            <a:ext cx="1417320" cy="2125980"/>
          </a:xfrm>
          <a:prstGeom prst="rect">
            <a:avLst/>
          </a:prstGeom>
        </p:spPr>
      </p:pic>
      <p:pic>
        <p:nvPicPr>
          <p:cNvPr id="7" name="Picture 6" descr="s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024128"/>
            <a:ext cx="1417320" cy="21259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37160" y="1234440"/>
            <a:ext cx="3788664" cy="539496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" y="1234440"/>
            <a:ext cx="3788664" cy="6400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1371600"/>
            <a:ext cx="37886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88"/>
                </a:solidFill>
                <a:latin typeface="DejaVu Sans"/>
              </a:rPr>
              <a:t>DONATIONS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39112"/>
            <a:ext cx="3148584" cy="274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194560"/>
            <a:ext cx="3422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Tip level creators with SKR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218688"/>
            <a:ext cx="3422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90% goes to creator / 10% dev fund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42816"/>
            <a:ext cx="3422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Preset amounts: $0.50 / $5 / $15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266944"/>
            <a:ext cx="3422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Custom SKR amount supported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0144" y="1234440"/>
            <a:ext cx="3788664" cy="539496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0144" y="1234440"/>
            <a:ext cx="3788664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144" y="1371600"/>
            <a:ext cx="37886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90FF"/>
                </a:solidFill>
                <a:latin typeface="DejaVu Sans"/>
              </a:rPr>
              <a:t>ON-CHAIN TX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0184" y="2039112"/>
            <a:ext cx="3148584" cy="274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3024" y="2194560"/>
            <a:ext cx="3422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SPL token transfers via MWA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3024" y="3218688"/>
            <a:ext cx="3422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Auto-creates Associated Token Accounts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3024" y="4242816"/>
            <a:ext cx="3422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Real-time SKR balance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3024" y="5266944"/>
            <a:ext cx="3422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Full TX preview before signing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63128" y="1234440"/>
            <a:ext cx="3788664" cy="539496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63128" y="1234440"/>
            <a:ext cx="3788664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3128" y="1371600"/>
            <a:ext cx="37886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DejaVu Sans"/>
              </a:rPr>
              <a:t>GAME REWARDS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83168" y="2039112"/>
            <a:ext cx="3148584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6008" y="2194560"/>
            <a:ext cx="3422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Golden SKR pegs = win condition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6008" y="3218688"/>
            <a:ext cx="3422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SKR balance shown in rankings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6008" y="4242816"/>
            <a:ext cx="3422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Donation milestones unlock achievements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6008" y="5266944"/>
            <a:ext cx="3422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10 SKR upload fee to reduce spam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DejaVu Sans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Mobile-native, production-ready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5760720" cy="118872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64008" cy="1188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90FF"/>
                </a:solidFill>
                <a:latin typeface="DejaVu San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73352"/>
            <a:ext cx="5440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DejaVu Sans"/>
              </a:rPr>
              <a:t>Expo / React Native (expo-router)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43000"/>
            <a:ext cx="5760720" cy="118872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64008" cy="11887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344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FF"/>
                </a:solidFill>
                <a:latin typeface="DejaVu Sans"/>
              </a:rPr>
              <a:t>RENDERING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2"/>
            <a:ext cx="5440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DejaVu Sans"/>
              </a:rPr>
              <a:t>@shopify/react-native-skia, Canvas GPU rendering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441448"/>
            <a:ext cx="5760720" cy="118872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441448"/>
            <a:ext cx="64008" cy="118872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53288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FF"/>
                </a:solidFill>
                <a:latin typeface="DejaVu Sans"/>
              </a:rPr>
              <a:t>PHYSICS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971800"/>
            <a:ext cx="5440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DejaVu Sans"/>
              </a:rPr>
              <a:t>react-native-reanimated worklets, 60fps, no JS bridge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441448"/>
            <a:ext cx="5760720" cy="118872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441448"/>
            <a:ext cx="64008" cy="1188720"/>
          </a:xfrm>
          <a:prstGeom prst="rect">
            <a:avLst/>
          </a:prstGeom>
          <a:solidFill>
            <a:srgbClr val="9C4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53288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C45FF"/>
                </a:solidFill>
                <a:latin typeface="DejaVu Sans"/>
              </a:rPr>
              <a:t>WALLET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71800"/>
            <a:ext cx="5440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DejaVu Sans"/>
              </a:rPr>
              <a:t>@solana-mobile/mobile-wallet-adapter-protocol-web3js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739896"/>
            <a:ext cx="5760720" cy="118872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739896"/>
            <a:ext cx="64008" cy="1188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831335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  <a:latin typeface="DejaVu Sans"/>
              </a:rPr>
              <a:t>BLOCKCHAIN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70248"/>
            <a:ext cx="5440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DejaVu Sans"/>
              </a:rPr>
              <a:t>@solana/web3.js + @solana/spl-token, SOL and SPL transfers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739896"/>
            <a:ext cx="5760720" cy="118872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739896"/>
            <a:ext cx="64008" cy="1188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831335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  <a:latin typeface="DejaVu Sans"/>
              </a:rP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270248"/>
            <a:ext cx="5440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DejaVu Sans"/>
              </a:rPr>
              <a:t>Firebase Realtime Database: levels, scores, activity, duels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038344"/>
            <a:ext cx="5760720" cy="118872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5038344"/>
            <a:ext cx="64008" cy="11887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129783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90FF"/>
                </a:solidFill>
                <a:latin typeface="DejaVu Sans"/>
              </a:rPr>
              <a:t>AUDIO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568696"/>
            <a:ext cx="5440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DejaVu Sans"/>
              </a:rPr>
              <a:t>expo-audio: 5 music tracks + 8 SFX, fever music 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038344"/>
            <a:ext cx="5760720" cy="118872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5038344"/>
            <a:ext cx="64008" cy="1188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129783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88"/>
                </a:solidFill>
                <a:latin typeface="DejaVu Sans"/>
              </a:rPr>
              <a:t>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568696"/>
            <a:ext cx="5440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DejaVu Sans"/>
              </a:rPr>
              <a:t>dotenv + expo-constants, zero hardcoded keys in source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6400800"/>
            <a:ext cx="11731752" cy="32004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6437376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700"/>
                </a:solidFill>
                <a:latin typeface="DejaVu Sans"/>
              </a:rPr>
              <a:t>All on-chain: SOL transfers  |  SKR SPL transfers  |  ComputeBudgetProgram priority fees  |  Full MWA authorize / sign / confirm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DejaVu Sans"/>
              </a:rPr>
              <a:t>MOBILE-FIRST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Built exclusively for Seeker / Solana Mobile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5440680" cy="1216152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64008" cy="1216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90FF"/>
                </a:solidFill>
                <a:latin typeface="DejaVu Sans"/>
              </a:rPr>
              <a:t>Touch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09928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Drag to aim, release to fire. Zero buttons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496312"/>
            <a:ext cx="5440680" cy="1216152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2496312"/>
            <a:ext cx="64008" cy="1216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87752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B2FFF"/>
                </a:solidFill>
                <a:latin typeface="DejaVu Sans"/>
              </a:rPr>
              <a:t>Haptic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63240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Every peg hit, combo, achievement triggers vibration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849624"/>
            <a:ext cx="5440680" cy="1216152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3849624"/>
            <a:ext cx="64008" cy="1216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941063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90FF"/>
                </a:solidFill>
                <a:latin typeface="DejaVu Sans"/>
              </a:rPr>
              <a:t>Portrait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416552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Candy Crush style, fully optimized for one-hand play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202936"/>
            <a:ext cx="5440680" cy="1216152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5202936"/>
            <a:ext cx="64008" cy="1216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294375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B2FFF"/>
                </a:solidFill>
                <a:latin typeface="DejaVu Sans"/>
              </a:rPr>
              <a:t>Cinematic Slow-Mo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769864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Peggle 2-style zoom on the last golden SKR peg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9672" y="1143000"/>
            <a:ext cx="5440680" cy="1216152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19672" y="1143000"/>
            <a:ext cx="64008" cy="1216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123444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DejaVu Sans"/>
              </a:rPr>
              <a:t>7 Languages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1709928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EN / FR / DE / ES / ZH / JA / KO, fully localized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9672" y="2496312"/>
            <a:ext cx="5440680" cy="1216152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19672" y="2496312"/>
            <a:ext cx="64008" cy="1216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2587752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FF88"/>
                </a:solidFill>
                <a:latin typeface="DejaVu Sans"/>
              </a:rPr>
              <a:t>Neon Visual FX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3063240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Sparkle particles, screen shake, combo overlays, confetti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9672" y="3849624"/>
            <a:ext cx="5440680" cy="1216152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19672" y="3849624"/>
            <a:ext cx="64008" cy="1216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3941063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DejaVu Sans"/>
              </a:rPr>
              <a:t>Offline + Cloud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4416552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Edit levels offline, auto-sync to Firebase on publish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9672" y="5202936"/>
            <a:ext cx="5440680" cy="1216152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19672" y="5202936"/>
            <a:ext cx="64008" cy="1216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02552" y="5294375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FF88"/>
                </a:solidFill>
                <a:latin typeface="DejaVu Sans"/>
              </a:rPr>
              <a:t>4 Music Tracks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2552" y="5769864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FF"/>
                </a:solidFill>
                <a:latin typeface="DejaVu Sans"/>
              </a:rPr>
              <a:t>Alternating BGM with fever mode &amp; ding combo system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1143000"/>
            <a:ext cx="45720" cy="5440680"/>
          </a:xfrm>
          <a:prstGeom prst="rect">
            <a:avLst/>
          </a:prstGeom>
          <a:solidFill>
            <a:srgbClr val="30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DejaVu Sans"/>
              </a:rPr>
              <a:t>TRACTION &amp;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Built by a solo developer in ~3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3788664" cy="2487168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3788664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234440"/>
            <a:ext cx="37886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D700"/>
                </a:solidFill>
                <a:latin typeface="DejaVu Sans"/>
              </a:rPr>
              <a:t>160+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560320"/>
            <a:ext cx="37886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FF"/>
                </a:solidFill>
                <a:latin typeface="DejaVu Sans"/>
              </a:rPr>
              <a:t>Achievements</a:t>
            </a:r>
          </a:p>
          <a:p>
            <a:pPr algn="ctr"/>
            <a:r>
              <a:rPr sz="1500" b="0" i="0">
                <a:solidFill>
                  <a:srgbClr val="CCCCFF"/>
                </a:solidFill>
                <a:latin typeface="DejaVu Sans"/>
              </a:rPr>
              <a:t>across 7 categories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5864" y="1143000"/>
            <a:ext cx="3788664" cy="2487168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45864" y="1143000"/>
            <a:ext cx="3788664" cy="7315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5864" y="1234440"/>
            <a:ext cx="37886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7B2FFF"/>
                </a:solidFill>
                <a:latin typeface="DejaVu Sans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5864" y="2560320"/>
            <a:ext cx="37886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FF"/>
                </a:solidFill>
                <a:latin typeface="DejaVu Sans"/>
              </a:rPr>
              <a:t>Peg types + curves</a:t>
            </a:r>
          </a:p>
          <a:p>
            <a:pPr algn="ctr"/>
            <a:r>
              <a:rPr sz="1500" b="0" i="0">
                <a:solidFill>
                  <a:srgbClr val="CCCCFF"/>
                </a:solidFill>
                <a:latin typeface="DejaVu Sans"/>
              </a:rPr>
              <a:t>+ teleporters + walls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08847" y="3867912"/>
            <a:ext cx="3788664" cy="2487168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08847" y="3867912"/>
            <a:ext cx="3788664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8847" y="3959352"/>
            <a:ext cx="37886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1E90FF"/>
                </a:solidFill>
                <a:latin typeface="DejaVu San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7" y="5285232"/>
            <a:ext cx="37886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FF"/>
                </a:solidFill>
                <a:latin typeface="DejaVu Sans"/>
              </a:rPr>
              <a:t>Power-up types:</a:t>
            </a:r>
          </a:p>
          <a:p>
            <a:pPr algn="ctr"/>
            <a:r>
              <a:rPr sz="1500" b="0" i="0">
                <a:solidFill>
                  <a:srgbClr val="CCCCFF"/>
                </a:solidFill>
                <a:latin typeface="DejaVu Sans"/>
              </a:rPr>
              <a:t>Multiball, Fireball...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867912"/>
            <a:ext cx="3788664" cy="2487168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3867912"/>
            <a:ext cx="3788664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3959352"/>
            <a:ext cx="37886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00FF88"/>
                </a:solidFill>
                <a:latin typeface="DejaVu Sans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5285232"/>
            <a:ext cx="37886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FF"/>
                </a:solidFill>
                <a:latin typeface="DejaVu Sans"/>
              </a:rPr>
              <a:t>Sound effects +</a:t>
            </a:r>
          </a:p>
          <a:p>
            <a:pPr algn="ctr"/>
            <a:r>
              <a:rPr sz="1500" b="0" i="0">
                <a:solidFill>
                  <a:srgbClr val="CCCCFF"/>
                </a:solidFill>
                <a:latin typeface="DejaVu Sans"/>
              </a:rPr>
              <a:t>5 music tracks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5864" y="6592824"/>
            <a:ext cx="3788664" cy="2487168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45864" y="6592824"/>
            <a:ext cx="3788664" cy="73152"/>
          </a:xfrm>
          <a:prstGeom prst="rect">
            <a:avLst/>
          </a:prstGeom>
          <a:solidFill>
            <a:srgbClr val="FF4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5864" y="6684264"/>
            <a:ext cx="37886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45AA"/>
                </a:solidFill>
                <a:latin typeface="DejaVu San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5864" y="8010144"/>
            <a:ext cx="37886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FF"/>
                </a:solidFill>
                <a:latin typeface="DejaVu Sans"/>
              </a:rPr>
              <a:t>Languages</a:t>
            </a:r>
          </a:p>
          <a:p>
            <a:pPr algn="ctr"/>
            <a:r>
              <a:rPr sz="1500" b="0" i="0">
                <a:solidFill>
                  <a:srgbClr val="CCCCFF"/>
                </a:solidFill>
                <a:latin typeface="DejaVu Sans"/>
              </a:rPr>
              <a:t>fully supported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08847" y="6592824"/>
            <a:ext cx="3788664" cy="2487168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08847" y="6592824"/>
            <a:ext cx="3788664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8847" y="6684264"/>
            <a:ext cx="37886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6600"/>
                </a:solidFill>
                <a:latin typeface="DejaVu San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8847" y="8010144"/>
            <a:ext cx="37886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FF"/>
                </a:solidFill>
                <a:latin typeface="DejaVu Sans"/>
              </a:rPr>
              <a:t>Solo developer</a:t>
            </a:r>
          </a:p>
          <a:p>
            <a:pPr algn="ctr"/>
            <a:r>
              <a:rPr sz="1500" b="0" i="0">
                <a:solidFill>
                  <a:srgbClr val="CCCCFF"/>
                </a:solidFill>
                <a:latin typeface="DejaVu Sans"/>
              </a:rPr>
              <a:t>~3 months to 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DejaVu Sans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87168"/>
            <a:ext cx="11274552" cy="64008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22451" y="2249424"/>
            <a:ext cx="402336" cy="40233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143000"/>
            <a:ext cx="2772918" cy="100584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1325880"/>
            <a:ext cx="27729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FF88"/>
                </a:solidFill>
                <a:latin typeface="DejaVu Sans"/>
              </a:rPr>
              <a:t>Q1 2026  [ NOW ]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2788920"/>
            <a:ext cx="2772918" cy="379476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" y="2788920"/>
            <a:ext cx="2772918" cy="6400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971800"/>
            <a:ext cx="24528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Hackathon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87368"/>
            <a:ext cx="24528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Solana dApp Store listing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202936"/>
            <a:ext cx="24528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Community beta launch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9689" y="2249424"/>
            <a:ext cx="402336" cy="40233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4398" y="1143000"/>
            <a:ext cx="2772918" cy="100584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4398" y="1325880"/>
            <a:ext cx="27729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90FF"/>
                </a:solidFill>
                <a:latin typeface="DejaVu Sans"/>
              </a:rPr>
              <a:t>Q2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4398" y="2788920"/>
            <a:ext cx="2772918" cy="379476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84398" y="2788920"/>
            <a:ext cx="2772918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7278" y="2971800"/>
            <a:ext cx="24528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Tournament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7278" y="4087368"/>
            <a:ext cx="24528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Level packs (curated collections)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7278" y="5202936"/>
            <a:ext cx="24528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Enhanced SKR rewards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16927" y="2249424"/>
            <a:ext cx="402336" cy="40233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143000"/>
            <a:ext cx="2772918" cy="100584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1636" y="1325880"/>
            <a:ext cx="27729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2FFF"/>
                </a:solidFill>
                <a:latin typeface="DejaVu Sans"/>
              </a:rPr>
              <a:t>Q3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2788920"/>
            <a:ext cx="2772918" cy="379476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2788920"/>
            <a:ext cx="2772918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4516" y="2971800"/>
            <a:ext cx="24528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Multiplayer real-time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4516" y="4087368"/>
            <a:ext cx="24528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NFT level ownership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4516" y="5202936"/>
            <a:ext cx="24528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Cross-platform web version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64165" y="2249424"/>
            <a:ext cx="402336" cy="40233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78874" y="1143000"/>
            <a:ext cx="2772918" cy="100584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78874" y="1325880"/>
            <a:ext cx="277291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  <a:latin typeface="DejaVu Sans"/>
              </a:rPr>
              <a:t>Q4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78874" y="2788920"/>
            <a:ext cx="2772918" cy="379476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78874" y="2788920"/>
            <a:ext cx="2772918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1754" y="2971800"/>
            <a:ext cx="24528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DAO governance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1754" y="4087368"/>
            <a:ext cx="24528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Creator monetization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1754" y="5202936"/>
            <a:ext cx="245287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FF"/>
                </a:solidFill>
                <a:latin typeface="DejaVu Sans"/>
              </a:rPr>
              <a:t>• Seasonal events &amp; limited achievements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0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DejaVu Sans"/>
              </a:rPr>
              <a:t>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188720"/>
            <a:ext cx="6153912" cy="5257800"/>
          </a:xfrm>
          <a:prstGeom prst="rect">
            <a:avLst/>
          </a:prstGeom>
          <a:solidFill>
            <a:srgbClr val="16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17520" y="1188720"/>
            <a:ext cx="6153912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ew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71600"/>
            <a:ext cx="2039112" cy="19778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17520" y="3611880"/>
            <a:ext cx="6153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DejaVu Sans"/>
              </a:rPr>
              <a:t>DuckerForge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4343400"/>
            <a:ext cx="6153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700"/>
                </a:solidFill>
                <a:latin typeface="DejaVu Sans"/>
              </a:rPr>
              <a:t>Solo Developer &amp; Game Designer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4937760"/>
            <a:ext cx="4325112" cy="3657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5074920"/>
            <a:ext cx="6153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FF"/>
                </a:solidFill>
                <a:latin typeface="DejaVu Sans"/>
              </a:rPr>
              <a:t>Full-stack mobile developer specializing in</a:t>
            </a:r>
          </a:p>
          <a:p>
            <a:pPr algn="ctr"/>
            <a:r>
              <a:rPr sz="1400" b="0" i="0">
                <a:solidFill>
                  <a:srgbClr val="CCCCFF"/>
                </a:solidFill>
                <a:latin typeface="DejaVu Sans"/>
              </a:rPr>
              <a:t>React Native, Solana, and game physics.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943600"/>
            <a:ext cx="6153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90FF"/>
                </a:solidFill>
                <a:latin typeface="DejaVu Sans"/>
              </a:rPr>
              <a:t>github.com/DuckerForge  |  X: @SeekerCraftApp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_1200x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37490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749039"/>
            <a:ext cx="12188952" cy="3108960"/>
          </a:xfrm>
          <a:prstGeom prst="rect">
            <a:avLst/>
          </a:prstGeom>
          <a:solidFill>
            <a:srgbClr val="0D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49039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DejaVu Sans"/>
              </a:rPr>
              <a:t>SeekerCraft brings real gaming to Solana Mobile.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66344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D700"/>
                </a:solidFill>
                <a:latin typeface="DejaVu Sans"/>
              </a:rPr>
              <a:t>Play. Build. Compete. Earn. Tip.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85232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FF"/>
                </a:solidFill>
                <a:latin typeface="DejaVu Sans"/>
              </a:rPr>
              <a:t>All on-chain. All on Seeker.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5925312"/>
            <a:ext cx="5788152" cy="36576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05332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90FF"/>
                </a:solidFill>
                <a:latin typeface="DejaVu Sans"/>
              </a:rPr>
              <a:t>github.com/DuckerForge/SeekerCraftApp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